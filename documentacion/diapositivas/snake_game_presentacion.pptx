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C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981D87-0CC7-4BB7-99F1-8DAABFD909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C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99747F-3B26-4795-884D-DA9F80768D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C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BBD578-63F8-4833-A10D-2567A353B8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C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E95C21-8D93-457D-8CC3-FB688E875E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C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7C3DCC-1449-4690-A3A2-288DD7AC4A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C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58EF3B-DC59-4EDE-B7FC-F14307EDAD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C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3CFEAB-ED37-4115-B7EE-BD73EB56BE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C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C4ECEC-4626-436A-AAC7-6F91B5FB8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C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36FD86-35CA-4FEA-A590-6F316C99AA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C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BBA682-2566-4360-85D7-60B2FD316E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C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C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1F9ADA-97B7-48A1-91D1-700C700AA8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C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457200" y="22860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00c853"/>
                </a:solidFill>
                <a:effectLst/>
                <a:uFillTx/>
                <a:latin typeface="Calibri"/>
              </a:rPr>
              <a:t>SNAKE GAME</a:t>
            </a:r>
            <a:endParaRPr lang="es-EC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32004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64b4ff"/>
                </a:solidFill>
                <a:effectLst/>
                <a:uFillTx/>
                <a:latin typeface="Calibri"/>
              </a:rPr>
              <a:t>Python + Pygame</a:t>
            </a:r>
            <a:endParaRPr lang="es-EC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457200" y="39319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4b4b4"/>
                </a:solidFill>
                <a:effectLst/>
                <a:uFillTx/>
                <a:latin typeface="Calibri"/>
              </a:rPr>
              <a:t>Lógica de Programación</a:t>
            </a:r>
            <a:endParaRPr lang="es-EC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c853"/>
                </a:solidFill>
                <a:effectLst/>
                <a:uFillTx/>
                <a:latin typeface="Calibri"/>
              </a:rPr>
              <a:t>¿Qué es el Snake Game?</a:t>
            </a:r>
            <a:endParaRPr lang="es-EC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457200" y="1645920"/>
            <a:ext cx="82292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Juego clásico donde controlas una serpiente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La serpiente se mueve en una cuadrícula 30x30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El objetivo es comer comida para crecer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El juego termina si chocas con una pared o contigo mismo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Los scores se guardan en un leaderboard top 10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c853"/>
                </a:solidFill>
                <a:effectLst/>
                <a:uFillTx/>
                <a:latin typeface="Calibri"/>
              </a:rPr>
              <a:t>Estructura del Proyecto</a:t>
            </a:r>
            <a:endParaRPr lang="es-EC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457200" y="18288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64b4ff"/>
                </a:solidFill>
                <a:effectLst/>
                <a:uFillTx/>
                <a:latin typeface="Calibri"/>
              </a:rPr>
              <a:t>Código Fuente</a:t>
            </a:r>
            <a:endParaRPr lang="es-EC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457200" y="2286000"/>
            <a:ext cx="3657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src/snake_game/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core/ → Clases del juego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utils/ → Constantes y helpers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main.py → Punto de entrada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5029200" y="18288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64b4ff"/>
                </a:solidFill>
                <a:effectLst/>
                <a:uFillTx/>
                <a:latin typeface="Calibri"/>
              </a:rPr>
              <a:t>Archivos Importantes</a:t>
            </a:r>
            <a:endParaRPr lang="es-EC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5029200" y="2286000"/>
            <a:ext cx="3657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constants.py → Configuración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score_manager.py → Persistencia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scores.json → Datos guardados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pyproject.toml → Dependencias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c853"/>
                </a:solidFill>
                <a:effectLst/>
                <a:uFillTx/>
                <a:latin typeface="Calibri"/>
              </a:rPr>
              <a:t>Máquina de Estados</a:t>
            </a:r>
            <a:endParaRPr lang="es-EC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0972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64b4ff"/>
                </a:solidFill>
                <a:effectLst/>
                <a:uFillTx/>
                <a:latin typeface="Calibri"/>
              </a:rPr>
              <a:t>El juego tiene 3 estados principales</a:t>
            </a:r>
            <a:endParaRPr lang="es-EC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457200" y="1828800"/>
            <a:ext cx="82292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START_SCREEN → Pantalla de inicio con leaderboard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PLAYING → Juego activo (movimiento y colisiones)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NAME_INPUT → Ingreso de nombre después del game over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Flujo: START_SCREEN → PLAYING → NAME_INPUT → START_SCREEN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El estado controla qué se dibuja y qué eventos se procesan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c853"/>
                </a:solidFill>
                <a:effectLst/>
                <a:uFillTx/>
                <a:latin typeface="Calibri"/>
              </a:rPr>
              <a:t>Clases Principales</a:t>
            </a:r>
            <a:endParaRPr lang="es-EC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18288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64b4ff"/>
                </a:solidFill>
                <a:effectLst/>
                <a:uFillTx/>
                <a:latin typeface="Calibri"/>
              </a:rPr>
              <a:t>Snake y Food</a:t>
            </a:r>
            <a:endParaRPr lang="es-EC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457200" y="2286000"/>
            <a:ext cx="3657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Snake: body, direction, move(), grow()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Food: position, respawn(), draw()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Snake se mueve en grid de 33px por celda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Food aparece en posición aleatoria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5029200" y="18288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64b4ff"/>
                </a:solidFill>
                <a:effectLst/>
                <a:uFillTx/>
                <a:latin typeface="Calibri"/>
              </a:rPr>
              <a:t>Game y UI</a:t>
            </a:r>
            <a:endParaRPr lang="es-EC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5029200" y="2286000"/>
            <a:ext cx="3657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Game: orquesta snake + food + colisiones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StartScreen: leaderboard + botón JUGAR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NameInput: input de nombre (max 5 chars)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Score se incrementa +10 por comida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c853"/>
                </a:solidFill>
                <a:effectLst/>
                <a:uFillTx/>
                <a:latin typeface="Calibri"/>
              </a:rPr>
              <a:t>Flujo del Juego</a:t>
            </a:r>
            <a:endParaRPr lang="es-EC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457200" y="1645920"/>
            <a:ext cx="8229240" cy="37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1. Pygame init + crear ventana 990x990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2. Mostrar pantalla de inicio con leaderboard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3. Jugador presiona JUGAR o ESPACIO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4. Crear snake en posición inicial (5,8)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5. Snake se mueve a 7 FPS (7 ticks por segundo)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6. Detectar colisiones: comida, pared,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7. Si come: crecer +10 score, respawn food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8. Si muere: mostrar input de nombre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9. Guardar score y volver al inicio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c853"/>
                </a:solidFill>
                <a:effectLst/>
                <a:uFillTx/>
                <a:latin typeface="Calibri"/>
              </a:rPr>
              <a:t>Detalles Técnicos</a:t>
            </a:r>
            <a:endParaRPr lang="es-EC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57200" y="18288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64b4ff"/>
                </a:solidFill>
                <a:effectLst/>
                <a:uFillTx/>
                <a:latin typeface="Calibri"/>
              </a:rPr>
              <a:t>Configuración</a:t>
            </a:r>
            <a:endParaRPr lang="es-EC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457200" y="2286000"/>
            <a:ext cx="3657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Ventana: 990x990 píxeles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Grid: 30x30 celdas de 33px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FPS: 7 (velocidad del juego)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Teclas: flechas para mover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5029200" y="18288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64b4ff"/>
                </a:solidFill>
                <a:effectLst/>
                <a:uFillTx/>
                <a:latin typeface="Calibri"/>
              </a:rPr>
              <a:t>Persistencia</a:t>
            </a:r>
            <a:endParaRPr lang="es-EC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5029200" y="2286000"/>
            <a:ext cx="3657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scores.json guarda top 10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Formato: [{name, score}, ...]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Se ordena por score descendente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Se actualiza al guardar nuevo score</a:t>
            </a:r>
            <a:endParaRPr lang="es-EC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c853"/>
                </a:solidFill>
                <a:effectLst/>
                <a:uFillTx/>
                <a:latin typeface="Calibri"/>
              </a:rPr>
              <a:t>Retos del Proyecto</a:t>
            </a:r>
            <a:endParaRPr lang="es-EC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457200" y="1645920"/>
            <a:ext cx="82292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1. Aprender UV → Gestor de dependencias moderno, uv add/remove/sync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2. Configurar Pygame → Inicialización, eventos, loop, pygame.draw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3. Draw.io y Mermaid → Diagramas de flujo y documentación visual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4. Primer proyecto Python → Estructura, módulos, clases, JSON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457200" y="5486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b4ff"/>
                </a:solidFill>
                <a:effectLst/>
                <a:uFillTx/>
                <a:latin typeface="Calibri"/>
              </a:rPr>
              <a:t>Cada reto fue una oportunidad de aprendizaje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c853"/>
                </a:solidFill>
                <a:effectLst/>
                <a:uFillTx/>
                <a:latin typeface="Calibri"/>
              </a:rPr>
              <a:t>Conclusión</a:t>
            </a:r>
            <a:endParaRPr lang="es-EC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457200" y="1645920"/>
            <a:ext cx="8229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Estructura clara y organizada del proyecto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Máquina de estados para controlar el flujo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Persistencia de datos con JSON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Documentación visual con diagramas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Herramientas modernas: uv, Pygame</a:t>
            </a:r>
            <a:endParaRPr lang="es-EC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457200" y="5029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c853"/>
                </a:solidFill>
                <a:effectLst/>
                <a:uFillTx/>
                <a:latin typeface="Calibri"/>
              </a:rPr>
              <a:t>¡Gracias!</a:t>
            </a:r>
            <a:endParaRPr lang="es-EC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LibreOffice/25.8.4.2$MacOSX_AARCH64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es-EC</dc:language>
  <cp:lastModifiedBy/>
  <dcterms:modified xsi:type="dcterms:W3CDTF">2026-08-20T13:49:45Z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